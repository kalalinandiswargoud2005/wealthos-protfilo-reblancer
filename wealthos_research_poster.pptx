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603200" cy="35844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althos_research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603200" cy="3584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