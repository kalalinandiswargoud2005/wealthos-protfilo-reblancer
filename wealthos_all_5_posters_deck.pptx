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5603200" cy="35844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1_clea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2_cybe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3_royal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4_warm_pearl_iv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5_emerald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